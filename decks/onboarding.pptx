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</a:rPr>
              <a:t>Welcome to ClubCheck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Your gym management is now on autopilot.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A3AF"/>
                </a:solidFill>
              </a:rPr>
              <a:t>This guide covers everything you need to get your gym up and running in under 10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</a:rPr>
              <a:t>clubcheckapp.com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WHAT YOU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Your full toolkit, 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QR Check-ins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0116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Members scan a code to check in — no app, no PIN, no hassle.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Member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Each member has a personal link showing their streak, history, and waiver.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Stripe Billing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5661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Collect recurring membership fees automatically every month or year.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Staff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3434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Add front-desk staff and managers with the right level of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1206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See attendance trends, revenue, and at-risk members in real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4360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Waiver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8978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Members sign digitally on their first visit — stored forever.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STEP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Create your gym profile.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A3AF"/>
                </a:solidFill>
              </a:rPr>
              <a:t>Head to clubcheckapp.com and sign up with your email. Your profile is ready in under 2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11064240" cy="685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7171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Gym name &amp; 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Your brand identity, shown to members on their portal.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56432"/>
            <a:ext cx="11064240" cy="685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56432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71717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021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Plan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4787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Choose Starter or Pro. You can upgrade anytime.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61104"/>
            <a:ext cx="11064240" cy="685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61104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525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71717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06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Membership plans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5254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Set up your pricing tiers (e.g. Monthly, Drop-in, Annual).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65776"/>
            <a:ext cx="11064240" cy="685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65776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572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71717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114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Waiver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5721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Enable the built-in waiver or paste your own 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870448"/>
            <a:ext cx="11064240" cy="685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70448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961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71717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161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6188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Light, dark, or auto — matches your vibe.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STEP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Add your members.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256032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Invite by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Send members a magic link — they create their own profile in 60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657600" cy="256032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Add 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Enter name, email, and plan from the Members dashboard.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20240"/>
            <a:ext cx="3657600" cy="256032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Bulk 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Upload a CSV for existing member lists (contact support for the template).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9E0B"/>
                </a:solidFill>
              </a:rPr>
              <a:t>Pro tip: Each member automatically gets a personal portal link once added.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The portal shows their streak, attendance history, and signed waiver — no app download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STEP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Set up your check-in station.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A3AF"/>
                </a:solidFill>
              </a:rPr>
              <a:t>Two ways to check members in: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577840" cy="3840480"/>
          </a:xfrm>
          <a:prstGeom prst="rect">
            <a:avLst/>
          </a:prstGeom>
          <a:solidFill>
            <a:srgbClr val="17171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QR Kiosk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1.  Open your ClubCheck dashboard on a tablet or laptop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2.  Go to Check-ins &gt; Kiosk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3.  Members scan their personal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4.  Check-in appears instantly on your live feed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5577840" cy="38404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Staff Manual 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15468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1.  Front desk searches by name or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033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2.  Click Check In — done in 2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519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3.  Works from any device, any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800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4.  No special hardware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STEP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Connect Stripe &amp; go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858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7171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Connect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Go to Settings &gt; Billing and click 'Connect Stripe'. Takes 2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6858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7171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Create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1752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Set up your membership tiers with prices (e.g. $60/mo, $600/yr).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6858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7171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Assign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02336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Attach each member to a plan. Stripe handles the rest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6858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71717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83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You're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02920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Payments charge on their billing date. Receipts go to members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9E0B"/>
                </a:solidFill>
              </a:rPr>
              <a:t>ClubCheck never stores card data — all payments are processed securely through Stripe.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MEMBER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Your members will love this.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A3AF"/>
                </a:solidFill>
              </a:rPr>
              <a:t>Every member gets a personal link — no app download, no password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Attendance streak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Tracks daily consecutive visit streak — huge motivation driver.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19272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00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visit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192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Members can see every check-in with date and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23944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Signed waiver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2394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Stored permanently; re-signs if waiver text changes.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28616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103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Membership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2861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Active, past-due, or canceled — always up to 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33288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7332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Members screenshot or bookmark it for instant check-in.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64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</a:rPr>
              <a:t>Share member links via email, SMS, or WhatsApp — they work on any device.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YOUR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Know your gym at a glance.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577840" cy="13716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Live Check-in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Real-time stream of today's arrivals. Great on a front-desk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5577840" cy="13716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2996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Members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Filter by plan, status, or streak. Export any list as CSV.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5577840" cy="13716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387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Monthly recurring revenue, upcoming payments, and failed charges.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429000"/>
            <a:ext cx="5577840" cy="13716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5387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Attendance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Daily/weekly trends, busiest hours, and 30-day retention rate.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577840" cy="13716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474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Members can leave star ratings — you see them in the dashboard.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937760"/>
            <a:ext cx="5577840" cy="13716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0474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Staff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5321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See which staff member performed each check-in and when.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TIPS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Get more out of ClubCheck.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Print or display your QR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65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Put it at your front door so members can scan before they even say hello.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70048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Share member portal links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1576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Send the link in your welcome message — members love seeing their streak grow.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19856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985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Set up kiosk mode on a tablet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6557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A $100 tablet at the front desk replaces your sign-in sheet forever.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9664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96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Review the dashboard weekly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1538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Spot members who haven't visited in 10+ days and send a personal nudge.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19472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94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 annual billing for loyal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96519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Offer a discount for upfront payment — reduces churn dramatically.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Celebrate streaks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15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Post shoutouts on socials for members hitting 30, 60, 100-day streaks.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You're all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Here's where to go from here: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743200"/>
            <a:ext cx="7589520" cy="658368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Your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8529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clubcheckapp.com/dashboard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520440"/>
            <a:ext cx="7589520" cy="658368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611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Need help?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6301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hello@clubcheckapp.com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4297680"/>
            <a:ext cx="7589520" cy="658368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Live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4074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Available in your dashboard (bottom-right corner)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5074920"/>
            <a:ext cx="7589520" cy="658368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5166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Feature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1846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Share ideas via Settings &gt;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</a:rPr>
              <a:t>Thanks for choosing ClubCheck. We're rooting for your gym.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