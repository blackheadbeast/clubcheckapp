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CLUBCHECK — SALES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Sell the gym software
gyms actually want.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999999"/>
                </a:solidFill>
                <a:latin typeface="Calibri"/>
              </a:rPr>
              <a:t>Modern gym management platform — check-ins, members,
billing, analytics — built for small to mid-size gyms.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337560"/>
            <a:ext cx="347472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0215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44444"/>
                </a:solidFill>
                <a:latin typeface="Calibri"/>
              </a:rPr>
              <a:t>STARTER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76472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Calibri"/>
              </a:rPr>
              <a:t>$49.99/mo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Up to 75 members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24528" y="3337560"/>
            <a:ext cx="347472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350215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44444"/>
                </a:solidFill>
                <a:latin typeface="Calibri"/>
              </a:rPr>
              <a:t>PRO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3776472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2C55E"/>
                </a:solidFill>
                <a:latin typeface="Calibri"/>
              </a:rPr>
              <a:t>$99.99/mo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43434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Up to 150 members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0416" y="3337560"/>
            <a:ext cx="3474720" cy="14173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3296" y="3502152"/>
            <a:ext cx="3108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44444"/>
                </a:solidFill>
                <a:latin typeface="Calibri"/>
              </a:rPr>
              <a:t>ANNUAL (ANY PLAN)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3296" y="3776472"/>
            <a:ext cx="3108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  <a:latin typeface="Calibri"/>
              </a:rPr>
              <a:t>Save $100–$200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434340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Paid upfront — big close incentive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THE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ClubCheck does for a gym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7190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QR code &amp; kiosk check-ins — no apps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500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774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Full member management — profiles, streaks,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0837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3580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Broadcast messaging to all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6674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694176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Digital waivers on sign-up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171907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Analytics &amp; attendance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5000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377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Invoicing &amp; prospect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08376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30358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Light / dark / auto theme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6674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3694176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Staff roles — owner, manager, front desk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72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14-day free trial · No credit card needed · Easy to get a gym owner in the door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COMMISSION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Two ways to 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5394960" cy="3840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Option A — Front-Loaded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06040"/>
            <a:ext cx="5029200" cy="12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Calibri"/>
              </a:rPr>
              <a:t>Months 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3774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100% of monthly fee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172968"/>
            <a:ext cx="5029200" cy="12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4436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Calibri"/>
              </a:rPr>
              <a:t>Months 4–9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94436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50% of monthly fee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39896"/>
            <a:ext cx="5029200" cy="12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11296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Calibri"/>
              </a:rPr>
              <a:t>After month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511296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  <a:latin typeface="Calibri"/>
              </a:rPr>
              <a:t>Commission ends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873752"/>
            <a:ext cx="4937760" cy="384048"/>
          </a:xfrm>
          <a:prstGeom prst="rect">
            <a:avLst/>
          </a:prstGeom>
          <a:solidFill>
            <a:srgbClr val="1A1A0A"/>
          </a:solidFill>
          <a:ln w="12700">
            <a:solidFill>
              <a:srgbClr val="44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Best if closing fast / high volume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1691640"/>
            <a:ext cx="5394960" cy="3840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8745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Option B — Long-Tail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3952" y="2606040"/>
            <a:ext cx="5029200" cy="12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2377440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Calibri"/>
              </a:rPr>
              <a:t>Months 1–18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237744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60A5FA"/>
                </a:solidFill>
                <a:latin typeface="Calibri"/>
              </a:rPr>
              <a:t>30% of monthly fee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73952" y="3172968"/>
            <a:ext cx="5029200" cy="127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2944368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Calibri"/>
              </a:rPr>
              <a:t>After month 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294436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444444"/>
                </a:solidFill>
                <a:latin typeface="Calibri"/>
              </a:rPr>
              <a:t>Commission ends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9672" y="4873752"/>
            <a:ext cx="4937760" cy="384048"/>
          </a:xfrm>
          <a:prstGeom prst="rect">
            <a:avLst/>
          </a:prstGeom>
          <a:solidFill>
            <a:srgbClr val="1A1A0A"/>
          </a:solidFill>
          <a:ln w="12700">
            <a:solidFill>
              <a:srgbClr val="44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4937760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Calibri"/>
              </a:rPr>
              <a:t>Best for steady recurring income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EARNING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the numbers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alibri"/>
              </a:rPr>
              <a:t>OPTION A — FRONT-LOADED (9 months)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6002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60A5FA"/>
                </a:solidFill>
                <a:latin typeface="Calibri"/>
              </a:rPr>
              <a:t>OPTION B — LONG-TAIL (18 months)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530352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39111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44444"/>
                </a:solidFill>
                <a:latin typeface="Calibri"/>
              </a:rPr>
              <a:t>STARTER · $49.99/MO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13431"/>
            <a:ext cx="4937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Calibri"/>
              </a:rPr>
              <a:t>~$300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5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$150 (mo 1–3)  +  $150 (mo 4–9)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54680"/>
            <a:ext cx="530352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1927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44444"/>
                </a:solidFill>
                <a:latin typeface="Calibri"/>
              </a:rPr>
              <a:t>PRO · $99.99/MO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93592"/>
            <a:ext cx="4937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59E0B"/>
                </a:solidFill>
                <a:latin typeface="Calibri"/>
              </a:rPr>
              <a:t>~$600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$300 (mo 1–3)  +  $300 (mo 4–9)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874519"/>
            <a:ext cx="530352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39111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44444"/>
                </a:solidFill>
                <a:latin typeface="Calibri"/>
              </a:rPr>
              <a:t>STARTER · $49.99/MO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13431"/>
            <a:ext cx="4937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  <a:latin typeface="Calibri"/>
              </a:rPr>
              <a:t>~$270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8035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30% × $49.99 × 18 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154680"/>
            <a:ext cx="530352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19272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44444"/>
                </a:solidFill>
                <a:latin typeface="Calibri"/>
              </a:rPr>
              <a:t>PRO · $99.99/MO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93592"/>
            <a:ext cx="4937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60A5FA"/>
                </a:solidFill>
                <a:latin typeface="Calibri"/>
              </a:rPr>
              <a:t>~$540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605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30% × $99.99 × 18 months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434840"/>
            <a:ext cx="539496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9943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44444"/>
                </a:solidFill>
                <a:latin typeface="Calibri"/>
              </a:rPr>
              <a:t>10-CUSTOMER MILESTONE BONUS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73752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22C55E"/>
                </a:solidFill>
                <a:latin typeface="Calibri"/>
              </a:rPr>
              <a:t>+$500 cash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One-time when 10 customers are actively paying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434840"/>
            <a:ext cx="5394960" cy="1188720"/>
          </a:xfrm>
          <a:prstGeom prst="rect">
            <a:avLst/>
          </a:prstGeom>
          <a:solidFill>
            <a:srgbClr val="141414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59943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444444"/>
                </a:solidFill>
                <a:latin typeface="Calibri"/>
              </a:rPr>
              <a:t>ANNUAL PLAN BONUS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873752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84FC"/>
                </a:solidFill>
                <a:latin typeface="Calibri"/>
              </a:rPr>
              <a:t>+$49.99 or +$99.99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406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99999"/>
                </a:solidFill>
                <a:latin typeface="Calibri"/>
              </a:rPr>
              <a:t>Extra 1 month's fee when customer pays the full year upfront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SALES REP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Everything you need to sell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9476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Unique referral link — every signup auto-attributed to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2491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75234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QR code — show on an iPad or print it at a gym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958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557016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Live funnel — see signed up → verified → trialing → paid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202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3408" y="194767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One-click demo — launch a live demo gym for any prospect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2491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8" y="275234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Full referral history — gym name, email, status, 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529584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3557016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"/>
              </a:rPr>
              <a:t>Settings to update your profile &amp; 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No commission on unpaid/refunded charges · Payments within 15 business days after month 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ACCESS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Where to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828800"/>
            <a:ext cx="361188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C084FC"/>
                </a:solidFill>
                <a:latin typeface="Calibri"/>
              </a:rPr>
              <a:t>SALES REP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359152"/>
            <a:ext cx="3246120" cy="411480"/>
          </a:xfrm>
          <a:prstGeom prst="rect">
            <a:avLst/>
          </a:prstGeom>
          <a:solidFill>
            <a:srgbClr val="1A1500"/>
          </a:solidFill>
          <a:ln w="12700">
            <a:solidFill>
              <a:srgbClr val="44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clubcheckapp.com/sales/login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07792"/>
            <a:ext cx="3154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Calibri"/>
              </a:rPr>
              <a:t>Your portal — referral link, QR code, funnel dashboard, demo launcher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1828800"/>
            <a:ext cx="361188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201168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22C55E"/>
                </a:solidFill>
                <a:latin typeface="Calibri"/>
              </a:rPr>
              <a:t>GYM OWNER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1416" y="2359152"/>
            <a:ext cx="3246120" cy="411480"/>
          </a:xfrm>
          <a:prstGeom prst="rect">
            <a:avLst/>
          </a:prstGeom>
          <a:solidFill>
            <a:srgbClr val="1A1500"/>
          </a:solidFill>
          <a:ln w="12700">
            <a:solidFill>
              <a:srgbClr val="44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24231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clubcheckapp.com/login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907792"/>
            <a:ext cx="3154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Calibri"/>
              </a:rPr>
              <a:t>What prospects see after signing up — full gym management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1828800"/>
            <a:ext cx="3611880" cy="256032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011680"/>
            <a:ext cx="3154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alibri"/>
              </a:rPr>
              <a:t>ADMIN (INTERNAL)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2" y="2359152"/>
            <a:ext cx="3246120" cy="411480"/>
          </a:xfrm>
          <a:prstGeom prst="rect">
            <a:avLst/>
          </a:prstGeom>
          <a:solidFill>
            <a:srgbClr val="1A1500"/>
          </a:solidFill>
          <a:ln w="12700">
            <a:solidFill>
              <a:srgbClr val="443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2423160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clubcheckapp.com/admin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907792"/>
            <a:ext cx="3154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999999"/>
                </a:solidFill>
                <a:latin typeface="Calibri"/>
              </a:rPr>
              <a:t>Creates &amp; manages sales rep accounts, views all reps &amp;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6344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Sales rep accounts are created by admin. You'll get credentials on onboarding and choose your commission option at that time (cannot be changed later).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