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</a:rPr>
              <a:t>ClubCheck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Modern Gym Management — Built for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QR check-ins  ·  Member portals  ·  Stripe payments  ·  Real-time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</a:rPr>
              <a:t>clubcheckapp.com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Running a gym is harder than it should 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Clipboards &amp; spreadsheets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Manual check-ins are slow and error-prone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Cash &amp; Venmo chaos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3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No reliable recurring billing or payment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No member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793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Owners can't see attendance trends or churn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Expensive clunky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Legacy tools cost $200+/mo and require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ClubCheck — All-in-one gym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828800" cy="5943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QR Check-ins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0299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Members scan a code. Done. No app download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1828800" cy="5943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98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Member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8986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Each member gets a personal link — streak, history, waivers.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40"/>
            <a:ext cx="1828800" cy="5943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Stripe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767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Recurring payments with automatic retry and receipts.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1828800" cy="5943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360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6360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Live dashboard with attendance trends and retention signals.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828800" cy="5943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046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Staff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5046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Owner, manager, and front-desk permissions built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Three steps. Zero friction.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474720" cy="4114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210312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Owner sets up gym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Add your gym profile, plans, and staff in under 10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474720" cy="4114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210312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17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Members self-register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They scan your QR code, fill a waiver, and they're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474720" cy="4114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210312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717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Auto-pilot from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Stripe charges recur. Dashboard updates in real time. You focus on coaching.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Everything a gym needs. Nothing it doesn't.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00" cy="20116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Check-in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QR scan (no 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Staff manual check-in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Real-time attendance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5486400" cy="20116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Member Streaks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Auto-calculated daily streak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Longest streak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Motivation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486400" cy="20116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Stripe-powered 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Monthly &amp; yearly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Automatic payment retry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486400" cy="20116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09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Retention &amp; churn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Revenue by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Peak-hour heatmap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Gyms love ClubCheck.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16459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Members managed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560320" cy="16459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Check-in uptime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560320" cy="16459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4.9★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Owner satisfaction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011680"/>
            <a:ext cx="2560320" cy="164592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&lt;10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Setup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"We replaced three tools with ClubCheck. Our front desk check-ins went from 3 minutes to 15 seconds."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— Sarah M., Yoga Studio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6636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"Members love seeing their streak. Retention went up 30% in the first two months."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— James T., CrossFit Box Owner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Simple, transparent pricing.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920240"/>
            <a:ext cx="438912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$49/mo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Up to 75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QR check-ins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422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Member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5811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Stripe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0200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Basic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438912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69164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70992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71717"/>
                </a:solidFill>
              </a:rPr>
              <a:t>MOST 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57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$89/mo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Up to 150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Everything in 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422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Staff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811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200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Priority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Annual billing saves ~$200/year on both plans.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WHY CLUBCHECK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 differently.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47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</a:rPr>
              <a:t>ClubCheck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47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</a:rPr>
              <a:t>Mindbody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476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1717"/>
                </a:solidFill>
              </a:rPr>
              <a:t>Pike13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1064240" cy="62179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app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27248"/>
            <a:ext cx="11064240" cy="6217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18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Setup &lt; 10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2186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186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186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85616"/>
            <a:ext cx="11064240" cy="62179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770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Starting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770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8770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$129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7705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43984"/>
            <a:ext cx="11064240" cy="6217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35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Member streak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5354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354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3542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02352"/>
            <a:ext cx="11064240" cy="621792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937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Built-in waiver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193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193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193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Yes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Where we're headed.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Q1 2026 —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QR check-ins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Member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Stripe billing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Staff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Analytics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A3AF"/>
                </a:solidFill>
              </a:rPr>
              <a:t>Q2 2026 —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Mobile 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Class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Automated email nudges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Custom branding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A3AF"/>
                </a:solidFill>
              </a:rPr>
              <a:t>Q3 2026 —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Marketplace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AI churn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Multi-location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○  White-label option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Ready to modernize your gym?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CA3AF"/>
                </a:solidFill>
              </a:rPr>
              <a:t>Start your 14-day free trial — no credit card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657600"/>
            <a:ext cx="44805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370332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71717"/>
                </a:solidFill>
              </a:rPr>
              <a:t>clubcheckapp.com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hello@clubcheckapp.com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Book a demo: calendly.com/clubcheck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